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AegisFund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Proof-Verified Milestone Crowdfunding Escrows on Stellar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• Eliminating medical fundraising fraud.</a:t>
            </a:r>
          </a:p>
          <a:p>
            <a:pPr>
              <a:defRPr sz="1600"/>
            </a:pPr>
            <a:r>
              <a:t>• Ensuring transparency via Soroban smart contracts.</a:t>
            </a:r>
          </a:p>
          <a:p>
            <a:pPr>
              <a:defRPr sz="1600"/>
            </a:pPr>
            <a:r>
              <a:t>• Protecting donors through automated proportional refunds.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Crowdfunding Trust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Traditional emergency fundraising is broken</a:t>
            </a:r>
          </a:p>
          <a:p>
            <a:pPr lvl="1">
              <a:defRPr sz="1800"/>
            </a:pPr>
            <a:r>
              <a:t>Lump-sum release model: Platforms transfer 100% of raised funds upfront with zero post-campaign accountability.</a:t>
            </a:r>
          </a:p>
          <a:p>
            <a:pPr lvl="1">
              <a:defRPr sz="1800"/>
            </a:pPr>
            <a:r>
              <a:t>Fraud &amp; Misuse: Donors have no guarantee that their money pays for medical bills or surgery receipts.</a:t>
            </a:r>
          </a:p>
          <a:p>
            <a:pPr lvl="1">
              <a:defRPr sz="1800"/>
            </a:pPr>
            <a:r>
              <a:t>No Refund Protections: If a project fails or is fake, donors rarely get refunds.</a:t>
            </a:r>
          </a:p>
          <a:p>
            <a:pPr lvl="1">
              <a:defRPr sz="1800"/>
            </a:pPr>
            <a:r>
              <a:t>High Fees: Platforms take 5-10% in fees while offering no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AegisFund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Milestone-based escrow releases and proof verification</a:t>
            </a:r>
          </a:p>
          <a:p>
            <a:pPr lvl="1">
              <a:defRPr sz="1800"/>
            </a:pPr>
            <a:r>
              <a:t>Escrow Account: Funds are locked securely in the campaign's smart contract.</a:t>
            </a:r>
          </a:p>
          <a:p>
            <a:pPr lvl="1">
              <a:defRPr sz="1800"/>
            </a:pPr>
            <a:r>
              <a:t>Milestone Releases: Creators receive funds in phases (e.g., Surgery Deposit -&gt; Recovery Meds).</a:t>
            </a:r>
          </a:p>
          <a:p>
            <a:pPr lvl="1">
              <a:defRPr sz="1800"/>
            </a:pPr>
            <a:r>
              <a:t>Cryptographic Verification: Release requires uploading a document proof hash.</a:t>
            </a:r>
          </a:p>
          <a:p>
            <a:pPr lvl="1">
              <a:defRPr sz="1800"/>
            </a:pPr>
            <a:r>
              <a:t>Proportional Refund Math: Unproven milestone funds are automatically refunded to backers.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 &amp; 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The growing emergency crowdfunding sector</a:t>
            </a:r>
          </a:p>
          <a:p>
            <a:pPr lvl="1">
              <a:defRPr sz="1800"/>
            </a:pPr>
            <a:r>
              <a:t>Market Value: Global crowdfunding market size is estimated at $17.5B+, with medical/emergency relief being the fastest-growing sector.</a:t>
            </a:r>
          </a:p>
          <a:p>
            <a:pPr lvl="1">
              <a:defRPr sz="1800"/>
            </a:pPr>
            <a:r>
              <a:t>Target Donors: Fraud-conscious backers, families, and emergency managers.</a:t>
            </a:r>
          </a:p>
          <a:p>
            <a:pPr lvl="1">
              <a:defRPr sz="1800"/>
            </a:pPr>
            <a:r>
              <a:t>NGO Partnerships: Smaller NGOs and hospital clinics requiring a transparent escrow system for billing.</a:t>
            </a:r>
          </a:p>
          <a:p>
            <a:pPr lvl="1">
              <a:defRPr sz="1800"/>
            </a:pPr>
            <a:r>
              <a:t>Stellar Advantage: Low fees, fast settlement, and native assets (XLM/USDC).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Premium Glassmorphic Platform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Optimized user experience for crowdfunding</a:t>
            </a:r>
          </a:p>
          <a:p>
            <a:pPr lvl="1">
              <a:defRPr sz="1800"/>
            </a:pPr>
            <a:r>
              <a:t>Guided Onboarding: Step-by-step wizard helper for wallet connect and Friendbot funding.</a:t>
            </a:r>
          </a:p>
          <a:p>
            <a:pPr lvl="1">
              <a:defRPr sz="1800"/>
            </a:pPr>
            <a:r>
              <a:t>Creator Trust Score: View historical compliance ratings on-chain before contributing.</a:t>
            </a:r>
          </a:p>
          <a:p>
            <a:pPr lvl="1">
              <a:defRPr sz="1800"/>
            </a:pPr>
            <a:r>
              <a:t>Verified NGO Badge: Highlights institutional partners.</a:t>
            </a:r>
          </a:p>
          <a:p>
            <a:pPr lvl="1">
              <a:defRPr sz="1800"/>
            </a:pPr>
            <a:r>
              <a:t>Milestone Timeline: Visually trace release progress from Unreleased to Released.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Powered by Soroban &amp; Freighter</a:t>
            </a:r>
          </a:p>
          <a:p>
            <a:pPr lvl="1">
              <a:defRPr sz="1800"/>
            </a:pPr>
            <a:r>
              <a:t>Client Hashing: Receipt files are hashed locally (SHA-256) for privacy.</a:t>
            </a:r>
          </a:p>
          <a:p>
            <a:pPr lvl="1">
              <a:defRPr sz="1800"/>
            </a:pPr>
            <a:r>
              <a:t>Soroban Smart Contract: Stores campaign structures, tracks contributions, writes proof-hashes, and releases funds.</a:t>
            </a:r>
          </a:p>
          <a:p>
            <a:pPr lvl="1">
              <a:defRPr sz="1800"/>
            </a:pPr>
            <a:r>
              <a:t>Token SAC standard: Interacts directly with Stellar Asset Contracts.</a:t>
            </a:r>
          </a:p>
          <a:p>
            <a:pPr lvl="1">
              <a:defRPr sz="1800"/>
            </a:pPr>
            <a:r>
              <a:t>On/Off Ramps: Direct funding using Stellar Anchors.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to 50+ Active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Real testnet traction</a:t>
            </a:r>
          </a:p>
          <a:p>
            <a:pPr lvl="1">
              <a:defRPr sz="1800"/>
            </a:pPr>
            <a:r>
              <a:t>50+ Onboarded Users: Active testnet backers and campaign creators.</a:t>
            </a:r>
          </a:p>
          <a:p>
            <a:pPr lvl="1">
              <a:defRPr sz="1800"/>
            </a:pPr>
            <a:r>
              <a:t>100+ On-chain Transactions: Escrows created, funded, and milestone releases.</a:t>
            </a:r>
          </a:p>
          <a:p>
            <a:pPr lvl="1">
              <a:defRPr sz="1800"/>
            </a:pPr>
            <a:r>
              <a:t>Zero Fund Leakage: 100% of unproven milestones successfully refunded.</a:t>
            </a:r>
          </a:p>
          <a:p>
            <a:pPr lvl="1">
              <a:defRPr sz="1800"/>
            </a:pPr>
            <a:r>
              <a:t>High Satisfaction: Feedback surveys show a 4.8/5 score on platform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Gaining Traction &amp;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Reaching communities</a:t>
            </a:r>
          </a:p>
          <a:p>
            <a:pPr lvl="1">
              <a:defRPr sz="1800"/>
            </a:pPr>
            <a:r>
              <a:t>NGO Integration: Direct onboarding of hospital trust funds and relief agencies.</a:t>
            </a:r>
          </a:p>
          <a:p>
            <a:pPr lvl="1">
              <a:defRPr sz="1800"/>
            </a:pPr>
            <a:r>
              <a:t>Viral Loops: Integrated campaign social sharing cards.</a:t>
            </a:r>
          </a:p>
          <a:p>
            <a:pPr lvl="1">
              <a:defRPr sz="1800"/>
            </a:pPr>
            <a:r>
              <a:t>Referral Rewards: Backer badge incentives for sharing verified campaigns.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Mainnet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Transitioning to production</a:t>
            </a:r>
          </a:p>
          <a:p>
            <a:pPr lvl="1">
              <a:defRPr sz="1800"/>
            </a:pPr>
            <a:r>
              <a:t>Stellar Mainnet Launch: Transitioning contract to mainnet network.</a:t>
            </a:r>
          </a:p>
          <a:p>
            <a:pPr lvl="1">
              <a:defRPr sz="1800"/>
            </a:pPr>
            <a:r>
              <a:t>Stablecoin Anchoring: Enabling USDC and regional fiat stablecoins.</a:t>
            </a:r>
          </a:p>
          <a:p>
            <a:pPr lvl="1">
              <a:defRPr sz="1800"/>
            </a:pPr>
            <a:r>
              <a:t>Hospital API Integration: Automated receipt upload and verification via clinics.</a:t>
            </a:r>
          </a:p>
          <a:p>
            <a:pPr lvl="1">
              <a:defRPr sz="1800"/>
            </a:pPr>
            <a:r>
              <a:t>Multi-Category Expansion: Disaster relief, student aids, and green funding.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the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0066CC"/>
                </a:solidFill>
              </a:defRPr>
            </a:pPr>
            <a:r>
              <a:t>Join us in securing crowdfunding</a:t>
            </a:r>
          </a:p>
          <a:p>
            <a:pPr lvl="1">
              <a:defRPr sz="1800"/>
            </a:pPr>
            <a:r>
              <a:t>Core Vision: Creating a transparent future for charitable giving.</a:t>
            </a:r>
          </a:p>
          <a:p>
            <a:pPr lvl="1">
              <a:defRPr sz="1800"/>
            </a:pPr>
            <a:r>
              <a:t>Our Ask: Partnering with hospital groups and clinic anchors on Stellar.</a:t>
            </a:r>
          </a:p>
          <a:p>
            <a:pPr lvl="1">
              <a:defRPr sz="1800"/>
            </a:pPr>
            <a:r>
              <a:t>Closing Pitch: AegisFund - proof-verified escrow for what matters most.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